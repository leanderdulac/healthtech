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8046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Healthtech — Datalake de Telemetria 24h</a:t>
            </a:r>
          </a:p>
          <a:p>
            <a:pPr>
              <a:spcBef>
                <a:spcPts val="1200"/>
              </a:spcBef>
              <a:defRPr sz="1800">
                <a:solidFill>
                  <a:srgbClr val="CADCFC"/>
                </a:solidFill>
              </a:defRPr>
            </a:pPr>
            <a:r>
              <a:t>Arquitetura Medallion + Integração Vertex AI</a:t>
            </a:r>
            <a:br/>
            <a:r>
              <a:t>Wearables · FHIR · Early Warning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Visão Geral — End-to-End</a:t>
            </a:r>
          </a:p>
        </p:txBody>
      </p:sp>
      <p:pic>
        <p:nvPicPr>
          <p:cNvPr id="4" name="Picture 3" descr="01-visao-g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119536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95C"/>
                </a:solidFill>
              </a:defRPr>
            </a:pPr>
            <a:r>
              <a:t>Fluxo completo: wearables → datalake → extração → Vertex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Sequência de Execução</a:t>
            </a:r>
          </a:p>
        </p:txBody>
      </p:sp>
      <p:pic>
        <p:nvPicPr>
          <p:cNvPr id="4" name="Picture 3" descr="02-sequ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39767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95C"/>
                </a:solidFill>
              </a:defRPr>
            </a:pPr>
            <a:r>
              <a:t>Ordem temporal do run_vertex_integration.py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Camadas Medallion</a:t>
            </a:r>
          </a:p>
        </p:txBody>
      </p:sp>
      <p:pic>
        <p:nvPicPr>
          <p:cNvPr id="4" name="Picture 3" descr="03-medall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382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95C"/>
                </a:solidFill>
              </a:defRPr>
            </a:pPr>
            <a:r>
              <a:t>Bronze (raw) → Silver (curated) → Gold (analytics)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Modos Vertex AI</a:t>
            </a:r>
          </a:p>
        </p:txBody>
      </p:sp>
      <p:pic>
        <p:nvPicPr>
          <p:cNvPr id="4" name="Picture 3" descr="04-vertex-mo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8595360" cy="38006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95C"/>
                </a:solidFill>
              </a:defRPr>
            </a:pPr>
            <a:r>
              <a:t>Produção GCP vs modo local (Isolation Forest + heurísticas)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5A82"/>
                </a:solidFill>
              </a:defRPr>
            </a:pPr>
            <a:r>
              <a:t>Entry Points e Artefatos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run_datalake_pipeline.py — Datalake Bronze → Silver → Gold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run_vertex_integration.py — Datalake + Treino + Online + Batch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main_simulation.py — Demo original com Vertex isolado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data/lakehouse/ — Parquet particionado (Bronze/Silver/Gold)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data/vertex_exports/ — JSONL e CSV para Vertex AI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data/models/ — Isolation Forest local (fallback)</a:t>
            </a:r>
          </a:p>
          <a:p>
            <a:pPr>
              <a:spcAft>
                <a:spcPts val="1000"/>
              </a:spcAft>
              <a:defRPr sz="1600">
                <a:solidFill>
                  <a:srgbClr val="21295C"/>
                </a:solidFill>
              </a:defRPr>
            </a:pPr>
            <a:r>
              <a:t>docs/diagrams/ — Fontes Mermaid + PNG + SVG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Próximo passo: configurar .env + gcloud auth</a:t>
            </a:r>
            <a:br/>
            <a:r>
              <a:t>para ativar Vertex AI em produção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